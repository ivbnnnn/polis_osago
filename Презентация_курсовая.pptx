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notesSlides/notesSlide3.xml" ContentType="application/vnd.openxmlformats-officedocument.presentationml.notesSlide+xml"/>
  <Override PartName="/ppt/ink/ink10.xml" ContentType="application/inkml+xml"/>
  <Override PartName="/ppt/ink/ink11.xml" ContentType="application/inkml+xml"/>
  <Override PartName="/ppt/notesSlides/notesSlide4.xml" ContentType="application/vnd.openxmlformats-officedocument.presentationml.notesSlide+xml"/>
  <Override PartName="/ppt/ink/ink12.xml" ContentType="application/inkml+xml"/>
  <Override PartName="/ppt/notesSlides/notesSlide5.xml" ContentType="application/vnd.openxmlformats-officedocument.presentationml.notesSlide+xml"/>
  <Override PartName="/ppt/ink/ink13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14.xml" ContentType="application/inkml+xml"/>
  <Override PartName="/ppt/notesSlides/notesSlide8.xml" ContentType="application/vnd.openxmlformats-officedocument.presentationml.notesSlide+xml"/>
  <Override PartName="/ppt/ink/ink15.xml" ContentType="application/inkml+xml"/>
  <Override PartName="/ppt/notesSlides/notesSlide9.xml" ContentType="application/vnd.openxmlformats-officedocument.presentationml.notesSlide+xml"/>
  <Override PartName="/ppt/ink/ink16.xml" ContentType="application/inkml+xml"/>
  <Override PartName="/ppt/notesSlides/notesSlide10.xml" ContentType="application/vnd.openxmlformats-officedocument.presentationml.notesSlide+xml"/>
  <Override PartName="/ppt/ink/ink1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Funnel Display" panose="020B0604020202020204" charset="0"/>
      <p:regular r:id="rId13"/>
    </p:embeddedFont>
    <p:embeddedFont>
      <p:font typeface="Funnel Sans" panose="020B060402020202020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0T15:40:37.348"/>
    </inkml:context>
    <inkml:brush xml:id="br0">
      <inkml:brushProperty name="width" value="0.035" units="cm"/>
      <inkml:brushProperty name="height" value="0.035" units="cm"/>
      <inkml:brushProperty name="color" value="#FAF5EB"/>
    </inkml:brush>
  </inkml:definitions>
  <inkml:trace contextRef="#ctx0" brushRef="#br0">0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0T15:40:56.211"/>
    </inkml:context>
    <inkml:brush xml:id="br0">
      <inkml:brushProperty name="width" value="0.35" units="cm"/>
      <inkml:brushProperty name="height" value="0.35" units="cm"/>
      <inkml:brushProperty name="color" value="#FAF5EB"/>
    </inkml:brush>
  </inkml:definitions>
  <inkml:trace contextRef="#ctx0" brushRef="#br0">0 0 24494,'127'91'0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0T15:41:00.945"/>
    </inkml:context>
    <inkml:brush xml:id="br0">
      <inkml:brushProperty name="width" value="0.35" units="cm"/>
      <inkml:brushProperty name="height" value="0.35" units="cm"/>
      <inkml:brushProperty name="color" value="#FAF5EB"/>
    </inkml:brush>
  </inkml:definitions>
  <inkml:trace contextRef="#ctx0" brushRef="#br0">1 182 24575,'23'0'0,"1"1"0,-1 0 0,1-3 0,-1 0 0,1-1 0,-1-1 0,33-10 0,-14-1 0,-17 4 0,0 2 0,1 0 0,1 2 0,-1 1 0,55-5 0,82-7 0,-159 18 0,4 0 0,0 1 0,-1-2 0,1 1 0,-1-1 0,1 0 0,0 0 0,-1-1 0,0 0 0,1 0 0,-1-1 0,12-6 0,-3 1-151,-1 0-1,1 1 0,1 1 0,-1 1 1,1 0-1,0 1 0,0 0 1,18 0-1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0T15:41:01.676"/>
    </inkml:context>
    <inkml:brush xml:id="br0">
      <inkml:brushProperty name="width" value="0.35" units="cm"/>
      <inkml:brushProperty name="height" value="0.35" units="cm"/>
      <inkml:brushProperty name="color" value="#FAF5EB"/>
    </inkml:brush>
  </inkml:definitions>
  <inkml:trace contextRef="#ctx0" brushRef="#br0">1 19 24575,'0'-1'0,"0"0"0,1 0 0,0 0 0,-1 0 0,1 1 0,-1-1 0,1 0 0,0 0 0,0 0 0,-1 0 0,1 1 0,0-1 0,0 0 0,0 1 0,0-1 0,0 1 0,0-1 0,0 1 0,0 0 0,0-1 0,0 1 0,0 0 0,0-1 0,0 1 0,0 0 0,0 0 0,2 0 0,37-3 0,-36 3 0,381 1 0,-241 18 0,-35-20-1365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0T15:41:02.569"/>
    </inkml:context>
    <inkml:brush xml:id="br0">
      <inkml:brushProperty name="width" value="0.35" units="cm"/>
      <inkml:brushProperty name="height" value="0.35" units="cm"/>
      <inkml:brushProperty name="color" value="#FAF5EB"/>
    </inkml:brush>
  </inkml:definitions>
  <inkml:trace contextRef="#ctx0" brushRef="#br0">0 1 24575,'745'0'-1365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0T15:41:03.222"/>
    </inkml:context>
    <inkml:brush xml:id="br0">
      <inkml:brushProperty name="width" value="0.35" units="cm"/>
      <inkml:brushProperty name="height" value="0.35" units="cm"/>
      <inkml:brushProperty name="color" value="#FAF5EB"/>
    </inkml:brush>
  </inkml:definitions>
  <inkml:trace contextRef="#ctx0" brushRef="#br0">0 19 24575,'108'-19'0,"311"19"-1365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0T15:41:03.848"/>
    </inkml:context>
    <inkml:brush xml:id="br0">
      <inkml:brushProperty name="width" value="0.35" units="cm"/>
      <inkml:brushProperty name="height" value="0.35" units="cm"/>
      <inkml:brushProperty name="color" value="#FAF5EB"/>
    </inkml:brush>
  </inkml:definitions>
  <inkml:trace contextRef="#ctx0" brushRef="#br0">1 0 24575,'3'0'0,"1"3"0,3 2 0,3-1 0,4-1 0,1-1 0,2 3 0,2-1 0,-1 1 0,1-2 0,0-1 0,-1-1 0,1-1 0,-1 1 0,1 2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0T15:41:04.649"/>
    </inkml:context>
    <inkml:brush xml:id="br0">
      <inkml:brushProperty name="width" value="0.35" units="cm"/>
      <inkml:brushProperty name="height" value="0.35" units="cm"/>
      <inkml:brushProperty name="color" value="#FAF5EB"/>
    </inkml:brush>
  </inkml:definitions>
  <inkml:trace contextRef="#ctx0" brushRef="#br0">1 3 24575,'31'-1'0,"-20"0"0,0 0 0,-1 1 0,1 0 0,0 1 0,12 3 0,-21-4 0,0 1 0,0-1 0,0 1 0,0 0 0,0 0 0,0 0 0,0 0 0,0 0 0,0 1 0,0-1 0,-1 1 0,1-1 0,0 1 0,-1-1 0,1 1 0,-1 0 0,0 0 0,0 0 0,0 0 0,0 0 0,0 0 0,0 0 0,0 0 0,0 0 0,-1 0 0,1 0 0,-1 0 0,0 1 0,0 3 0,1 41-51,-1-34-113,0 0 0,0 0-1,1 0 1,1-1 0,0 1 0,1 0-1,4 12 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0T15:41:05.756"/>
    </inkml:context>
    <inkml:brush xml:id="br0">
      <inkml:brushProperty name="width" value="0.35" units="cm"/>
      <inkml:brushProperty name="height" value="0.35" units="cm"/>
      <inkml:brushProperty name="color" value="#FAF5EB"/>
    </inkml:brush>
  </inkml:definitions>
  <inkml:trace contextRef="#ctx0" brushRef="#br0">150 0 24575,'2'45'0,"-1"-32"0,0 0 0,0 0 0,-1 0 0,-1 1 0,0-1 0,-6 23 0,4-32 0,-1 0 0,1-1 0,-1 0 0,1 1 0,-1-1 0,0-1 0,0 1 0,-1-1 0,1 1 0,0-1 0,-1 0 0,0-1 0,1 1 0,-7 0 0,-17 9 0,-22 11-1365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0T15:41:12.419"/>
    </inkml:context>
    <inkml:brush xml:id="br0">
      <inkml:brushProperty name="width" value="0.35" units="cm"/>
      <inkml:brushProperty name="height" value="0.35" units="cm"/>
      <inkml:brushProperty name="color" value="#FAF5EB"/>
    </inkml:brush>
  </inkml:definitions>
  <inkml:trace contextRef="#ctx0" brushRef="#br0">0 0 24566,'0'245'0,"2431"-245"0,-2431-245 0,-2431 245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0T15:41:13.679"/>
    </inkml:context>
    <inkml:brush xml:id="br0">
      <inkml:brushProperty name="width" value="0.35" units="cm"/>
      <inkml:brushProperty name="height" value="0.35" units="cm"/>
      <inkml:brushProperty name="color" value="#FAF5EB"/>
    </inkml:brush>
  </inkml:definitions>
  <inkml:trace contextRef="#ctx0" brushRef="#br0">0 1 24575,'0'0'-8191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0T15:41:19.831"/>
    </inkml:context>
    <inkml:brush xml:id="br0">
      <inkml:brushProperty name="width" value="0.35" units="cm"/>
      <inkml:brushProperty name="height" value="0.35" units="cm"/>
      <inkml:brushProperty name="color" value="#FAF5EB"/>
    </inkml:brush>
  </inkml:definitions>
  <inkml:trace contextRef="#ctx0" brushRef="#br0">237 291 24575,'24'0'0,"0"-2"0,0-1 0,0-1 0,-1-1 0,1 0 0,-1-2 0,23-10 0,-11 5 0,-25 9 0,-1 0 0,1-1 0,-1 1 0,0-2 0,0 1 0,9-8 0,9-3 0,0 0 0,2 2 0,-1 1 0,2 2 0,-1 0 0,37-6 0,-17 3 0,-31 10 0,1 0 0,-1 1 0,1 0 0,28 3 0,-26 0 0,-1-2 0,0 0 0,34-6 0,-32 3 0,-1 2 0,0 0 0,32 1 0,-31 2 0,-1-2 0,0 0 0,34-7 0,3-3 0,-38 8 0,-1-1 0,33-11 0,-31 10 0,0 1 0,0 0 0,0 2 0,1 0 0,-1 2 0,0 0 0,24 4 0,24-2 0,348-2 0,-273-18 0,256 18 0,-379 2 0,0 1 0,0 1 0,-1 0 0,1 2 0,-1 0 0,30 15 0,14 3 0,-60-23 0,0 1 0,0-1 0,0 1 0,0 0 0,-1 0 0,1 0 0,-1 1 0,0-1 0,1 1 0,-1 0 0,0 0 0,-1 0 0,1 0 0,0 0 0,-1 0 0,0 1 0,0 0 0,0-1 0,0 1 0,0 0 0,-1 0 0,1 0 0,-1 0 0,0 0 0,0 8 0,0-3 0,-1 1 0,-1-1 0,0 1 0,0-1 0,-1 1 0,0-1 0,0 0 0,-1 0 0,0 0 0,-6 11 0,6-12 0,1 0 0,0 0 0,0 0 0,0 0 0,1 1 0,1-1 0,-1 1 0,2 13 0,0-15 0,0 0 0,-1 0 0,0 0 0,-1 1 0,0-1 0,0 0 0,0 0 0,-1-1 0,0 1 0,0 0 0,-6 11 0,7-16 0,0-1 0,0 1 0,-1-1 0,1 0 0,0 1 0,-1-1 0,1 0 0,-1 0 0,0 0 0,1 0 0,-1 0 0,0 0 0,0 0 0,1-1 0,-1 1 0,0-1 0,0 1 0,0-1 0,0 0 0,0 1 0,0-1 0,1 0 0,-1 0 0,0-1 0,-3 1 0,-53-18 0,12 3 0,-7 11 0,37 3 0,0 0 0,-1-1 0,1-1 0,0 0 0,-24-9 0,14 4 0,0 1 0,-1 2 0,0 0 0,0 2 0,0 1 0,-37 2 0,-32 2 0,-135-4 0,173-7 0,38 5 0,0 2 0,-26-2 0,-60 7 0,-115-5 0,162-7 0,-27-1 0,-2 12 0,-97-3 0,127-8 0,38 5 0,0 1 0,-26 0 0,-989 4-1365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0T15:41:25.459"/>
    </inkml:context>
    <inkml:brush xml:id="br0">
      <inkml:brushProperty name="width" value="0.35" units="cm"/>
      <inkml:brushProperty name="height" value="0.35" units="cm"/>
      <inkml:brushProperty name="color" value="#FAF5EB"/>
    </inkml:brush>
  </inkml:definitions>
  <inkml:trace contextRef="#ctx0" brushRef="#br0">128 151 24575,'1'-2'0,"-1"0"0,0 0 0,1 0 0,0-1 0,-1 1 0,1 0 0,0 0 0,0 0 0,0 0 0,1 0 0,-1 1 0,0-1 0,1 0 0,-1 0 0,1 1 0,0-1 0,-1 1 0,1-1 0,0 1 0,0 0 0,0 0 0,0 0 0,0 0 0,0 0 0,0 0 0,0 1 0,0-1 0,1 1 0,2-1 0,10-3 0,1 2 0,33-2 0,-31 3 0,45-7 0,38-1 0,44-10 0,-30 9 0,-49 2 0,-7 0 0,28-2 0,-37 11 0,-20 0 0,-1-1 0,1-1 0,56-10 0,-51 6 0,0 1 0,0 1 0,0 2 0,41 4 0,9 0 0,1167-3 0,-1244 0 0,0 0 0,0 1 0,-1 0 0,1 0 0,0 0 0,-1 1 0,1 0 0,-1 1 0,11 5 0,-15-7 0,0 1 0,0 0 0,-1 0 0,1 1 0,0-1 0,-1 0 0,1 1 0,-1 0 0,0-1 0,0 1 0,0 0 0,0 0 0,-1 0 0,1 0 0,-1 1 0,0-1 0,0 0 0,0 1 0,0-1 0,0 0 0,-1 1 0,1 5 0,-2 9 0,0-1 0,-1 1 0,-6 23 0,-2 12 0,10-50 0,0 0 0,-1 1 0,1-1 0,-1 0 0,1 0 0,-1 0 0,0 0 0,0 0 0,-1 0 0,1 0 0,-1 0 0,1 0 0,-1-1 0,0 1 0,0-1 0,0 1 0,0-1 0,-1 1 0,1-1 0,0 0 0,-1 0 0,0-1 0,-5 4 0,0-3 0,-1 0 0,0 0 0,0-1 0,0 0 0,0 0 0,0-1 0,-12-2 0,-13 2 0,-1 1 0,-65 10 0,49-5 0,1-3 0,-87-5 0,34-1 0,-931 3 0,889 20 0,46-22 0,-74 3 0,115 8 0,-29 0 0,-475-9-1365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0T15:41:32.934"/>
    </inkml:context>
    <inkml:brush xml:id="br0">
      <inkml:brushProperty name="width" value="0.35" units="cm"/>
      <inkml:brushProperty name="height" value="0.35" units="cm"/>
      <inkml:brushProperty name="color" value="#FAF5EB"/>
    </inkml:brush>
  </inkml:definitions>
  <inkml:trace contextRef="#ctx0" brushRef="#br0">0 187 24575,'1'-1'0,"0"-1"0,0 1 0,-1-1 0,1 1 0,0 0 0,0-1 0,0 1 0,0 0 0,1-1 0,-1 1 0,0 0 0,1 0 0,-1 0 0,0 0 0,1 0 0,-1 0 0,1 1 0,-1-1 0,1 0 0,0 1 0,-1 0 0,3-1 0,37-10 0,33-7 0,-62 13 0,1 1 0,0 1 0,0 0 0,26-2 0,107-13 0,17 0 0,73 0 0,-146 9 0,1-1 0,-28 12 0,-30-1 0,1 0 0,-1-3 0,66-10 0,-64 7 0,0 1 0,0 1 0,0 3 0,41 3 0,9-1 0,-19-1 0,-19 0 0,1-1 0,81-13 0,-77 7 0,-1 2 0,0 2 0,55 5 0,-3-1 0,15-4 0,127 5 0,-236-1 0,0 1 0,-1 0 0,1 1 0,-1 0 0,1 0 0,-1 0 0,0 1 0,-1 1 0,1-1 0,12 13 0,23 14 0,-30-23 0,-3-4 0,0 2 0,0-1 0,-1 1 0,0 1 0,0 0 0,10 11 0,-17-17 0,-1 1 0,1-1 0,-1 1 0,1 0 0,-1-1 0,0 1 0,0 0 0,0 0 0,-1 0 0,1 0 0,-1 0 0,1 0 0,-1 0 0,0 0 0,0 0 0,-1 0 0,1 0 0,0 0 0,-1 0 0,0 0 0,0 0 0,0-1 0,0 1 0,0 0 0,0 0 0,-1-1 0,1 1 0,-1-1 0,-3 5 0,-7 6 0,1 0 0,-2 0 0,1-2 0,-28 20 0,1 0 0,31-24 0,0-1 0,-1 0 0,0 0 0,0-1 0,0 0 0,0-1 0,-1 0 0,0 0 0,0-1 0,0 0 0,0-1 0,0 0 0,-1-1 0,1 0 0,0-1 0,-15 0 0,-7-2 0,-1-1 0,1-2 0,-32-9 0,38 9 0,0 1 0,-54-2 0,48 5 0,-44-8 0,47 5 0,-50-1 0,50 5 0,-51-9 0,-70-13 0,123 19 0,-54 1 0,59 3 0,-1-1 0,1-1 0,-42-8 0,-31-5 0,31 6 0,-38 2 0,75 6 0,0-2 0,-31-5 0,-124-14 0,110 15 0,-134 6 0,85 2 0,71-2 0,-1 3 0,-52 8 0,64-4 0,-9 0 0,-75 23 0,120-30 0,1 1 0,0 0 0,0-1 0,-1 1 0,1 0 0,0 1 0,0-1 0,0 0 0,0 1 0,0-1 0,0 1 0,1-1 0,-1 1 0,0 0 0,1 0 0,-3 3 0,4-4 0,0-1 0,0 1 0,0-1 0,0 1 0,0-1 0,0 1 0,0-1 0,0 1 0,0-1 0,0 1 0,0-1 0,0 1 0,0-1 0,0 1 0,0-1 0,1 1 0,-1-1 0,0 1 0,0-1 0,1 1 0,-1-1 0,0 0 0,1 1 0,-1-1 0,0 0 0,1 1 0,0-1 0,24 10 0,111 7 0,-36-10 0,-72-7 0,-1 1 0,32 6 0,-14-1 0,1-2 0,0-2 0,52-4 0,-7 0 0,54-18 0,490 21 0,-554-12 0,-36 3 0,-30 5-1365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0T15:41:36.741"/>
    </inkml:context>
    <inkml:brush xml:id="br0">
      <inkml:brushProperty name="width" value="0.35" units="cm"/>
      <inkml:brushProperty name="height" value="0.35" units="cm"/>
      <inkml:brushProperty name="color" value="#FAF5EB"/>
    </inkml:brush>
  </inkml:definitions>
  <inkml:trace contextRef="#ctx0" brushRef="#br0">1 242 24575,'1'-1'0,"-1"0"0,1 0 0,-1 0 0,1 0 0,0 0 0,-1 0 0,1 1 0,0-1 0,0 0 0,-1 0 0,1 1 0,0-1 0,0 0 0,0 1 0,0-1 0,0 1 0,0-1 0,0 1 0,0-1 0,0 1 0,0 0 0,0 0 0,1 0 0,-1-1 0,0 1 0,0 0 0,1 0 0,38-2 0,-35 2 0,48-4 0,67-14 0,-19 3 0,-5-1 0,-64 9 0,1 1 0,61-1 0,-4 9 0,128-4 0,-207 0 0,0 0 0,0-1 0,0 0 0,12-5 0,-13 4 0,-1 1 0,1 0 0,-1 0 0,1 1 0,20-2 0,207-14 0,-168 10 0,-36 3 0,46 0 0,-49 4 0,1-1 0,39-8 0,-19 1 0,1 2 0,58 0 0,53-11 0,-118 17 0,74-12 0,-55 7 0,0 3 0,75 5 0,-25 1 0,-72-3 0,-14-1 0,0 1 0,-1 1 0,55 10 0,-56-5 0,0 2 0,-1 0 0,46 22 0,-66-27 0,-1 0 0,0 1 0,0-1 0,0 1 0,0 0 0,-1 0 0,1 1 0,-1-1 0,0 1 0,0-1 0,-1 1 0,1 0 0,-1 0 0,0 0 0,-1 0 0,3 8 0,-3-5 0,1-1 0,-1 0 0,0 0 0,-1 1 0,0-1 0,0 0 0,0 1 0,-1-1 0,0 0 0,-1 1 0,-3 10 0,-3-7 0,0-1 0,-1 0 0,0 0 0,-1-1 0,0 0 0,0-1 0,-21 13 0,22-15 0,0-2 0,0 1 0,0-1 0,-1 0 0,1-1 0,-1 0 0,0-1 0,0 0 0,-19 1 0,-12-1 0,-48-5 0,20 0 0,-711 4 0,636 17 0,-1345-19 0,1430 11 133,9-1-1631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0T15:41:40.732"/>
    </inkml:context>
    <inkml:brush xml:id="br0">
      <inkml:brushProperty name="width" value="0.35" units="cm"/>
      <inkml:brushProperty name="height" value="0.35" units="cm"/>
      <inkml:brushProperty name="color" value="#FAF5EB"/>
    </inkml:brush>
  </inkml:definitions>
  <inkml:trace contextRef="#ctx0" brushRef="#br0">0 205 24575,'1'-1'0,"-1"-1"0,1 1 0,0-1 0,0 1 0,0-1 0,0 1 0,0 0 0,0-1 0,1 1 0,-1 0 0,0 0 0,0 0 0,1 0 0,-1 0 0,1 0 0,-1 0 0,1 1 0,-1-1 0,1 0 0,0 1 0,3-1 0,36-10 0,61-6 0,-66 10 0,1 1 0,62-1 0,-76 6 0,45-8 0,22 0 0,109-9 0,383 19 0,-504-12 0,-30 3 0,16-10 0,-54 14 0,1 0 0,-1 1 0,0 1 0,1 0 0,18-2 0,13 3 0,66-11 0,-76 9 0,0 0 0,33 3 0,-36 0 0,1 0 0,50-9 0,-31 3 0,1 1 0,0 3 0,61 5 0,-8 0 0,-68-2 0,0 1 0,44 9 0,-43-8 0,-29-3 0,1 1 0,-1 0 0,0 0 0,0 0 0,14 5 0,-19-6 0,0 1 0,0 1 0,0-1 0,0 0 0,0 0 0,-1 1 0,1-1 0,-1 1 0,1-1 0,-1 1 0,1 0 0,-1 0 0,0 0 0,0-1 0,0 1 0,0 0 0,0 0 0,0 1 0,0-1 0,-1 0 0,1 0 0,-1 0 0,0 0 0,1 3 0,0 6 0,0 0 0,-1 0 0,0 1 0,-2 16 0,2-25 0,-1 0 0,0-1 0,1 1 0,-1 0 0,0 0 0,0-1 0,-1 1 0,1 0 0,0-1 0,-1 1 0,0-1 0,1 0 0,-1 1 0,0-1 0,0 0 0,0 0 0,-1 0 0,1 0 0,0-1 0,-1 1 0,1-1 0,-4 2 0,-26 8 0,-1-2 0,0-2 0,-1-1 0,-44 3 0,-2 0 0,-51 9 0,117-15 0,-35 5 0,0-2 0,-52 0 0,-80 12 0,98-20 0,-88 4 0,112 7 0,39-6 0,0 0 0,-26 1 0,-111 6 0,77-2 0,7-1 0,-54 3 0,69-10 0,-101 14 0,95-8 0,0-3 0,-75-5 0,25-1 0,-31 3-1365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0T15:41:44.664"/>
    </inkml:context>
    <inkml:brush xml:id="br0">
      <inkml:brushProperty name="width" value="0.35" units="cm"/>
      <inkml:brushProperty name="height" value="0.35" units="cm"/>
      <inkml:brushProperty name="color" value="#FAF5EB"/>
    </inkml:brush>
  </inkml:definitions>
  <inkml:trace contextRef="#ctx0" brushRef="#br0">363 292 24575,'7'-2'0,"0"0"0,-1 0 0,0-1 0,0 0 0,0 0 0,0 0 0,0-1 0,0 0 0,8-8 0,8-4 0,65-42 0,-71 50 0,-1 1 0,1 0 0,0 2 0,1 0 0,-1 1 0,1 0 0,23-1 0,-22 2 0,158-19 0,-160 19 0,-1 1 0,0-2 0,15-5 0,-17 5 0,0 0 0,0 1 0,0 0 0,23-1 0,51-7 0,-29 3 0,0 0 0,-29 4 0,48-1 0,468 5 0,-524-1 0,0-1 0,-1-1 0,33-9 0,-33 6 0,1 2 0,-1 0 0,39-1 0,504 6 0,-537 1 0,-1 1 0,1 2 0,-1 0 0,0 2 0,-1 0 0,24 12 0,-39-16 0,-1 2 0,0-1 0,-1 1 0,1 0 0,-1 0 0,0 1 0,0 0 0,-1 0 0,0 1 0,0 0 0,0 0 0,-1 0 0,0 1 0,6 12 0,-11-17 0,1 1 0,-1-1 0,0 1 0,0-1 0,0 0 0,0 1 0,-1-1 0,1 1 0,-1-1 0,0 1 0,0-1 0,0 0 0,-1 0 0,1 0 0,-1 1 0,1-1 0,-1-1 0,0 1 0,-4 4 0,-6 6 0,0-1 0,-27 21 0,-10 11 0,45-39 0,-1 0 0,0-1 0,0 0 0,0 0 0,-1 0 0,1 0 0,-1-1 0,0 0 0,0 0 0,-12 3 0,-68 14 0,43-12 0,-99 13 0,90-16 0,0-2 0,-82-5 0,31 0 0,-1566 2 0,1487 18 0,-162-19-1365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2584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9.png"/><Relationship Id="rId18" Type="http://schemas.openxmlformats.org/officeDocument/2006/relationships/customXml" Target="../ink/ink8.xml"/><Relationship Id="rId3" Type="http://schemas.openxmlformats.org/officeDocument/2006/relationships/image" Target="../media/image4.png"/><Relationship Id="rId21" Type="http://schemas.openxmlformats.org/officeDocument/2006/relationships/image" Target="../media/image13.png"/><Relationship Id="rId7" Type="http://schemas.openxmlformats.org/officeDocument/2006/relationships/image" Target="../media/image6.png"/><Relationship Id="rId12" Type="http://schemas.openxmlformats.org/officeDocument/2006/relationships/customXml" Target="../ink/ink5.xml"/><Relationship Id="rId1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6" Type="http://schemas.openxmlformats.org/officeDocument/2006/relationships/customXml" Target="../ink/ink7.xml"/><Relationship Id="rId20" Type="http://schemas.openxmlformats.org/officeDocument/2006/relationships/customXml" Target="../ink/ink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8.png"/><Relationship Id="rId5" Type="http://schemas.openxmlformats.org/officeDocument/2006/relationships/image" Target="../media/image5.png"/><Relationship Id="rId15" Type="http://schemas.openxmlformats.org/officeDocument/2006/relationships/image" Target="../media/image10.png"/><Relationship Id="rId10" Type="http://schemas.openxmlformats.org/officeDocument/2006/relationships/customXml" Target="../ink/ink4.xml"/><Relationship Id="rId19" Type="http://schemas.openxmlformats.org/officeDocument/2006/relationships/image" Target="../media/image12.png"/><Relationship Id="rId4" Type="http://schemas.openxmlformats.org/officeDocument/2006/relationships/customXml" Target="../ink/ink1.xml"/><Relationship Id="rId9" Type="http://schemas.openxmlformats.org/officeDocument/2006/relationships/image" Target="../media/image7.png"/><Relationship Id="rId14" Type="http://schemas.openxmlformats.org/officeDocument/2006/relationships/customXml" Target="../ink/ink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customXml" Target="../ink/ink11.xml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customXml" Target="../ink/ink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customXml" Target="../ink/ink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4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customXml" Target="../ink/ink15.xml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customXml" Target="../ink/ink1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customXml" Target="../ink/ink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1320775"/>
            <a:ext cx="4667845" cy="1320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Полис ОСАГО — веб‑приложение для агентов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523577" y="2865165"/>
            <a:ext cx="4667845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Курсовой проект: разработка B2B web‑приложения, ускоряющего оформление полиса ОСАГО агентами. Цель: создать удобный интерфейс и backend для расчёта, выбора и имитации оплаты полиса с учётом комиссий.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975345"/>
            <a:ext cx="5585966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Введение — проблема и цель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2098625"/>
            <a:ext cx="3019723" cy="161046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12989" y="1774329"/>
            <a:ext cx="4712122" cy="1196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Оформление ОСАГО долгое и рутинное; агенты нуждаются в ускорении процесса без передачи многих конфиденциальных фото. Цель работы: создать web‑приложение «Полис ОСАГО», позволяющее оформлять полис по минимальному набору данных.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3912989" y="3105894"/>
            <a:ext cx="4712122" cy="1009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Задачи: концепция, анализ аналогов, требования, архитектура, реализация, тестирование, отчёт.</a:t>
            </a:r>
            <a:endParaRPr lang="en-US" sz="11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Объект: процесс разработки веб‑приложений для автоматизации работы агентов.</a:t>
            </a:r>
            <a:endParaRPr lang="en-US" sz="11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Рукописный ввод 6">
                <a:extLst>
                  <a:ext uri="{FF2B5EF4-FFF2-40B4-BE49-F238E27FC236}">
                    <a16:creationId xmlns:a16="http://schemas.microsoft.com/office/drawing/2014/main" id="{A0BFA508-E8B2-FFDB-9F26-9BD0F7569CA9}"/>
                  </a:ext>
                </a:extLst>
              </p14:cNvPr>
              <p14:cNvContentPartPr/>
              <p14:nvPr/>
            </p14:nvContentPartPr>
            <p14:xfrm>
              <a:off x="9764229" y="4140823"/>
              <a:ext cx="360" cy="360"/>
            </p14:xfrm>
          </p:contentPart>
        </mc:Choice>
        <mc:Fallback>
          <p:pic>
            <p:nvPicPr>
              <p:cNvPr id="7" name="Рукописный ввод 6">
                <a:extLst>
                  <a:ext uri="{FF2B5EF4-FFF2-40B4-BE49-F238E27FC236}">
                    <a16:creationId xmlns:a16="http://schemas.microsoft.com/office/drawing/2014/main" id="{A0BFA508-E8B2-FFDB-9F26-9BD0F7569CA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758109" y="4134703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0" name="Рукописный ввод 9">
                <a:extLst>
                  <a:ext uri="{FF2B5EF4-FFF2-40B4-BE49-F238E27FC236}">
                    <a16:creationId xmlns:a16="http://schemas.microsoft.com/office/drawing/2014/main" id="{C15C71A9-A8CD-10DD-6EC4-2E356E8A23F9}"/>
                  </a:ext>
                </a:extLst>
              </p14:cNvPr>
              <p14:cNvContentPartPr/>
              <p14:nvPr/>
            </p14:nvContentPartPr>
            <p14:xfrm>
              <a:off x="8125046" y="4950823"/>
              <a:ext cx="46080" cy="33120"/>
            </p14:xfrm>
          </p:contentPart>
        </mc:Choice>
        <mc:Fallback>
          <p:pic>
            <p:nvPicPr>
              <p:cNvPr id="10" name="Рукописный ввод 9">
                <a:extLst>
                  <a:ext uri="{FF2B5EF4-FFF2-40B4-BE49-F238E27FC236}">
                    <a16:creationId xmlns:a16="http://schemas.microsoft.com/office/drawing/2014/main" id="{C15C71A9-A8CD-10DD-6EC4-2E356E8A23F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062046" y="4887823"/>
                <a:ext cx="171720" cy="15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ACCC45CA-BC7B-7096-64D4-F2577ECC79B8}"/>
              </a:ext>
            </a:extLst>
          </p:cNvPr>
          <p:cNvGrpSpPr/>
          <p:nvPr/>
        </p:nvGrpSpPr>
        <p:grpSpPr>
          <a:xfrm>
            <a:off x="8144486" y="4898314"/>
            <a:ext cx="864360" cy="118389"/>
            <a:chOff x="8144486" y="4898314"/>
            <a:chExt cx="864360" cy="118389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1" name="Рукописный ввод 10">
                  <a:extLst>
                    <a:ext uri="{FF2B5EF4-FFF2-40B4-BE49-F238E27FC236}">
                      <a16:creationId xmlns:a16="http://schemas.microsoft.com/office/drawing/2014/main" id="{257D0EC9-6550-8784-E336-4E30C78D7139}"/>
                    </a:ext>
                  </a:extLst>
                </p14:cNvPr>
                <p14:cNvContentPartPr/>
                <p14:nvPr/>
              </p14:nvContentPartPr>
              <p14:xfrm>
                <a:off x="8144486" y="4950463"/>
                <a:ext cx="326880" cy="66240"/>
              </p14:xfrm>
            </p:contentPart>
          </mc:Choice>
          <mc:Fallback>
            <p:pic>
              <p:nvPicPr>
                <p:cNvPr id="11" name="Рукописный ввод 10">
                  <a:extLst>
                    <a:ext uri="{FF2B5EF4-FFF2-40B4-BE49-F238E27FC236}">
                      <a16:creationId xmlns:a16="http://schemas.microsoft.com/office/drawing/2014/main" id="{257D0EC9-6550-8784-E336-4E30C78D713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081846" y="4887823"/>
                  <a:ext cx="45252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2" name="Рукописный ввод 11">
                  <a:extLst>
                    <a:ext uri="{FF2B5EF4-FFF2-40B4-BE49-F238E27FC236}">
                      <a16:creationId xmlns:a16="http://schemas.microsoft.com/office/drawing/2014/main" id="{B9B7FE64-4EF3-9B45-0607-859D9DAD1A58}"/>
                    </a:ext>
                  </a:extLst>
                </p14:cNvPr>
                <p14:cNvContentPartPr/>
                <p14:nvPr/>
              </p14:nvContentPartPr>
              <p14:xfrm>
                <a:off x="8222966" y="4911274"/>
                <a:ext cx="255240" cy="7560"/>
              </p14:xfrm>
            </p:contentPart>
          </mc:Choice>
          <mc:Fallback>
            <p:pic>
              <p:nvPicPr>
                <p:cNvPr id="12" name="Рукописный ввод 11">
                  <a:extLst>
                    <a:ext uri="{FF2B5EF4-FFF2-40B4-BE49-F238E27FC236}">
                      <a16:creationId xmlns:a16="http://schemas.microsoft.com/office/drawing/2014/main" id="{B9B7FE64-4EF3-9B45-0607-859D9DAD1A5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160326" y="4848274"/>
                  <a:ext cx="38088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3" name="Рукописный ввод 12">
                  <a:extLst>
                    <a:ext uri="{FF2B5EF4-FFF2-40B4-BE49-F238E27FC236}">
                      <a16:creationId xmlns:a16="http://schemas.microsoft.com/office/drawing/2014/main" id="{709E239D-AC9D-288E-744A-ED323D8E7BE7}"/>
                    </a:ext>
                  </a:extLst>
                </p14:cNvPr>
                <p14:cNvContentPartPr/>
                <p14:nvPr/>
              </p14:nvContentPartPr>
              <p14:xfrm>
                <a:off x="8405846" y="5016034"/>
                <a:ext cx="268560" cy="360"/>
              </p14:xfrm>
            </p:contentPart>
          </mc:Choice>
          <mc:Fallback>
            <p:pic>
              <p:nvPicPr>
                <p:cNvPr id="13" name="Рукописный ввод 12">
                  <a:extLst>
                    <a:ext uri="{FF2B5EF4-FFF2-40B4-BE49-F238E27FC236}">
                      <a16:creationId xmlns:a16="http://schemas.microsoft.com/office/drawing/2014/main" id="{709E239D-AC9D-288E-744A-ED323D8E7BE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342846" y="4953394"/>
                  <a:ext cx="3942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4" name="Рукописный ввод 13">
                  <a:extLst>
                    <a:ext uri="{FF2B5EF4-FFF2-40B4-BE49-F238E27FC236}">
                      <a16:creationId xmlns:a16="http://schemas.microsoft.com/office/drawing/2014/main" id="{88667598-CD40-3F6D-000E-FE5E59DECCA1}"/>
                    </a:ext>
                  </a:extLst>
                </p14:cNvPr>
                <p14:cNvContentPartPr/>
                <p14:nvPr/>
              </p14:nvContentPartPr>
              <p14:xfrm>
                <a:off x="8588726" y="4898314"/>
                <a:ext cx="190080" cy="7200"/>
              </p14:xfrm>
            </p:contentPart>
          </mc:Choice>
          <mc:Fallback>
            <p:pic>
              <p:nvPicPr>
                <p:cNvPr id="14" name="Рукописный ввод 13">
                  <a:extLst>
                    <a:ext uri="{FF2B5EF4-FFF2-40B4-BE49-F238E27FC236}">
                      <a16:creationId xmlns:a16="http://schemas.microsoft.com/office/drawing/2014/main" id="{88667598-CD40-3F6D-000E-FE5E59DECCA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525726" y="4835314"/>
                  <a:ext cx="31572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5" name="Рукописный ввод 14">
                  <a:extLst>
                    <a:ext uri="{FF2B5EF4-FFF2-40B4-BE49-F238E27FC236}">
                      <a16:creationId xmlns:a16="http://schemas.microsoft.com/office/drawing/2014/main" id="{DFC48722-E946-A86B-C09D-24063A97F17B}"/>
                    </a:ext>
                  </a:extLst>
                </p14:cNvPr>
                <p14:cNvContentPartPr/>
                <p14:nvPr/>
              </p14:nvContentPartPr>
              <p14:xfrm>
                <a:off x="8745326" y="4983274"/>
                <a:ext cx="79200" cy="14760"/>
              </p14:xfrm>
            </p:contentPart>
          </mc:Choice>
          <mc:Fallback>
            <p:pic>
              <p:nvPicPr>
                <p:cNvPr id="15" name="Рукописный ввод 14">
                  <a:extLst>
                    <a:ext uri="{FF2B5EF4-FFF2-40B4-BE49-F238E27FC236}">
                      <a16:creationId xmlns:a16="http://schemas.microsoft.com/office/drawing/2014/main" id="{DFC48722-E946-A86B-C09D-24063A97F17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682686" y="4920274"/>
                  <a:ext cx="20484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6" name="Рукописный ввод 15">
                  <a:extLst>
                    <a:ext uri="{FF2B5EF4-FFF2-40B4-BE49-F238E27FC236}">
                      <a16:creationId xmlns:a16="http://schemas.microsoft.com/office/drawing/2014/main" id="{71AAB9CE-8764-DC3B-96FF-5AC8B8361C9F}"/>
                    </a:ext>
                  </a:extLst>
                </p14:cNvPr>
                <p14:cNvContentPartPr/>
                <p14:nvPr/>
              </p14:nvContentPartPr>
              <p14:xfrm>
                <a:off x="8843246" y="4917034"/>
                <a:ext cx="59760" cy="78840"/>
              </p14:xfrm>
            </p:contentPart>
          </mc:Choice>
          <mc:Fallback>
            <p:pic>
              <p:nvPicPr>
                <p:cNvPr id="16" name="Рукописный ввод 15">
                  <a:extLst>
                    <a:ext uri="{FF2B5EF4-FFF2-40B4-BE49-F238E27FC236}">
                      <a16:creationId xmlns:a16="http://schemas.microsoft.com/office/drawing/2014/main" id="{71AAB9CE-8764-DC3B-96FF-5AC8B8361C9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780606" y="4854034"/>
                  <a:ext cx="18540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7" name="Рукописный ввод 16">
                  <a:extLst>
                    <a:ext uri="{FF2B5EF4-FFF2-40B4-BE49-F238E27FC236}">
                      <a16:creationId xmlns:a16="http://schemas.microsoft.com/office/drawing/2014/main" id="{4A211FB7-A548-42B0-4B50-5D72C89B1EFB}"/>
                    </a:ext>
                  </a:extLst>
                </p14:cNvPr>
                <p14:cNvContentPartPr/>
                <p14:nvPr/>
              </p14:nvContentPartPr>
              <p14:xfrm>
                <a:off x="8953046" y="4924594"/>
                <a:ext cx="55800" cy="84240"/>
              </p14:xfrm>
            </p:contentPart>
          </mc:Choice>
          <mc:Fallback>
            <p:pic>
              <p:nvPicPr>
                <p:cNvPr id="17" name="Рукописный ввод 16">
                  <a:extLst>
                    <a:ext uri="{FF2B5EF4-FFF2-40B4-BE49-F238E27FC236}">
                      <a16:creationId xmlns:a16="http://schemas.microsoft.com/office/drawing/2014/main" id="{4A211FB7-A548-42B0-4B50-5D72C89B1EF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890406" y="4861594"/>
                  <a:ext cx="181440" cy="2098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525191"/>
            <a:ext cx="5356473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Анализ предметной области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2264420"/>
            <a:ext cx="8096845" cy="1353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5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КБМ</a:t>
            </a:r>
            <a:r>
              <a:rPr lang="en-US" sz="11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— диапазон 0,46–3,92; влияет на цену — от скидки 54% до увеличения почти в 4 раза. Начальный КБМ = 1,17.</a:t>
            </a:r>
            <a:endParaRPr lang="en-US" sz="11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5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Территория</a:t>
            </a:r>
            <a:r>
              <a:rPr lang="en-US" sz="11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— территориальный коэффициент: крупные города дороже, малые — дешевле.</a:t>
            </a:r>
            <a:endParaRPr lang="en-US" sz="11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5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Мощность</a:t>
            </a:r>
            <a:r>
              <a:rPr lang="en-US" sz="11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— коэффициент зависит от л.с. (до 50 — 0.6, &gt;150 — 1.6).</a:t>
            </a:r>
            <a:endParaRPr lang="en-US" sz="11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5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Возраст и стаж</a:t>
            </a:r>
            <a:r>
              <a:rPr lang="en-US" sz="11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— чем старше и опытнее водитель — тем ниже коэффициент.</a:t>
            </a:r>
            <a:endParaRPr lang="en-US" sz="11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Рукописный ввод 4">
                <a:extLst>
                  <a:ext uri="{FF2B5EF4-FFF2-40B4-BE49-F238E27FC236}">
                    <a16:creationId xmlns:a16="http://schemas.microsoft.com/office/drawing/2014/main" id="{F7E65AB5-34E9-A6BA-63B1-1B6453EBDDCC}"/>
                  </a:ext>
                </a:extLst>
              </p14:cNvPr>
              <p14:cNvContentPartPr/>
              <p14:nvPr/>
            </p14:nvContentPartPr>
            <p14:xfrm>
              <a:off x="8156109" y="4943623"/>
              <a:ext cx="875520" cy="88560"/>
            </p14:xfrm>
          </p:contentPart>
        </mc:Choice>
        <mc:Fallback>
          <p:pic>
            <p:nvPicPr>
              <p:cNvPr id="5" name="Рукописный ввод 4">
                <a:extLst>
                  <a:ext uri="{FF2B5EF4-FFF2-40B4-BE49-F238E27FC236}">
                    <a16:creationId xmlns:a16="http://schemas.microsoft.com/office/drawing/2014/main" id="{F7E65AB5-34E9-A6BA-63B1-1B6453EBDDC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093109" y="4880623"/>
                <a:ext cx="1001160" cy="21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Рукописный ввод 5">
                <a:extLst>
                  <a:ext uri="{FF2B5EF4-FFF2-40B4-BE49-F238E27FC236}">
                    <a16:creationId xmlns:a16="http://schemas.microsoft.com/office/drawing/2014/main" id="{C4714092-6A41-5D66-CC20-2BD031576555}"/>
                  </a:ext>
                </a:extLst>
              </p14:cNvPr>
              <p14:cNvContentPartPr/>
              <p14:nvPr/>
            </p14:nvContentPartPr>
            <p14:xfrm>
              <a:off x="8066109" y="4950514"/>
              <a:ext cx="360" cy="360"/>
            </p14:xfrm>
          </p:contentPart>
        </mc:Choice>
        <mc:Fallback>
          <p:pic>
            <p:nvPicPr>
              <p:cNvPr id="6" name="Рукописный ввод 5">
                <a:extLst>
                  <a:ext uri="{FF2B5EF4-FFF2-40B4-BE49-F238E27FC236}">
                    <a16:creationId xmlns:a16="http://schemas.microsoft.com/office/drawing/2014/main" id="{C4714092-6A41-5D66-CC20-2BD03157655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003109" y="4887874"/>
                <a:ext cx="126000" cy="12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627013"/>
            <a:ext cx="7916987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Проблемы ручного ввода и защита данных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1459632"/>
            <a:ext cx="5135166" cy="28885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28432" y="1759297"/>
            <a:ext cx="2596679" cy="2289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11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Ручной ввод большого объёма данных утомляет. Парсинг фото опасен: конфиденциальность и ошибки распознавания.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Решение: информационная система, подтягивающая данные по ключевым полям (госномер, VIN), снижая необходимость отправки документов.</a:t>
            </a:r>
            <a:endParaRPr lang="en-US" sz="11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Рукописный ввод 4">
                <a:extLst>
                  <a:ext uri="{FF2B5EF4-FFF2-40B4-BE49-F238E27FC236}">
                    <a16:creationId xmlns:a16="http://schemas.microsoft.com/office/drawing/2014/main" id="{522866A7-B597-0BB1-8915-BEA11CA7EF66}"/>
                  </a:ext>
                </a:extLst>
              </p14:cNvPr>
              <p14:cNvContentPartPr/>
              <p14:nvPr/>
            </p14:nvContentPartPr>
            <p14:xfrm>
              <a:off x="7935429" y="4871983"/>
              <a:ext cx="1078200" cy="169920"/>
            </p14:xfrm>
          </p:contentPart>
        </mc:Choice>
        <mc:Fallback>
          <p:pic>
            <p:nvPicPr>
              <p:cNvPr id="5" name="Рукописный ввод 4">
                <a:extLst>
                  <a:ext uri="{FF2B5EF4-FFF2-40B4-BE49-F238E27FC236}">
                    <a16:creationId xmlns:a16="http://schemas.microsoft.com/office/drawing/2014/main" id="{522866A7-B597-0BB1-8915-BEA11CA7EF6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872429" y="4809343"/>
                <a:ext cx="1203840" cy="295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9982" y="401315"/>
            <a:ext cx="6017865" cy="378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Анализ аналогов и целевая структура</a:t>
            </a:r>
            <a:endParaRPr lang="en-US" sz="2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982" y="1366465"/>
            <a:ext cx="5248870" cy="29543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17196" y="1044550"/>
            <a:ext cx="2681585" cy="382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Главный пример — Финуслуги. Выделены ключевые части решения: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6017196" y="1551310"/>
            <a:ext cx="2681585" cy="948556"/>
          </a:xfrm>
          <a:prstGeom prst="roundRect">
            <a:avLst>
              <a:gd name="adj" fmla="val 5693"/>
            </a:avLst>
          </a:prstGeom>
          <a:solidFill>
            <a:srgbClr val="FAF5EB"/>
          </a:solidFill>
          <a:ln w="4763">
            <a:solidFill>
              <a:srgbClr val="D5CDB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50471" y="1684586"/>
            <a:ext cx="1512615" cy="18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Регистрация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150471" y="1984102"/>
            <a:ext cx="2415034" cy="382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Только юр.статусы (ИП, самозанятый) полноценно оформляют полисы.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017196" y="2610296"/>
            <a:ext cx="2681585" cy="948556"/>
          </a:xfrm>
          <a:prstGeom prst="roundRect">
            <a:avLst>
              <a:gd name="adj" fmla="val 5693"/>
            </a:avLst>
          </a:prstGeom>
          <a:solidFill>
            <a:srgbClr val="FAF5EB"/>
          </a:solidFill>
          <a:ln w="4763">
            <a:solidFill>
              <a:srgbClr val="D5CDB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50471" y="2743572"/>
            <a:ext cx="1512615" cy="18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Личный кабинет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150471" y="3043089"/>
            <a:ext cx="2415034" cy="382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Профиль, история расчётов, статистика, комиссии.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017196" y="3669283"/>
            <a:ext cx="2681585" cy="948556"/>
          </a:xfrm>
          <a:prstGeom prst="roundRect">
            <a:avLst>
              <a:gd name="adj" fmla="val 5693"/>
            </a:avLst>
          </a:prstGeom>
          <a:solidFill>
            <a:srgbClr val="FAF5EB"/>
          </a:solidFill>
          <a:ln w="4763">
            <a:solidFill>
              <a:srgbClr val="D5CDB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50471" y="3802559"/>
            <a:ext cx="1512615" cy="18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Оформление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150471" y="4102075"/>
            <a:ext cx="2415034" cy="382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Минимальная форма → предложения → имитация оплаты → комиссия.</a:t>
            </a:r>
            <a:endParaRPr lang="en-US" sz="10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4" name="Рукописный ввод 13">
                <a:extLst>
                  <a:ext uri="{FF2B5EF4-FFF2-40B4-BE49-F238E27FC236}">
                    <a16:creationId xmlns:a16="http://schemas.microsoft.com/office/drawing/2014/main" id="{16476329-3FB0-F2AE-958C-B2B76F88992B}"/>
                  </a:ext>
                </a:extLst>
              </p14:cNvPr>
              <p14:cNvContentPartPr/>
              <p14:nvPr/>
            </p14:nvContentPartPr>
            <p14:xfrm>
              <a:off x="8000589" y="4896463"/>
              <a:ext cx="1013760" cy="133200"/>
            </p14:xfrm>
          </p:contentPart>
        </mc:Choice>
        <mc:Fallback>
          <p:pic>
            <p:nvPicPr>
              <p:cNvPr id="14" name="Рукописный ввод 13">
                <a:extLst>
                  <a:ext uri="{FF2B5EF4-FFF2-40B4-BE49-F238E27FC236}">
                    <a16:creationId xmlns:a16="http://schemas.microsoft.com/office/drawing/2014/main" id="{16476329-3FB0-F2AE-958C-B2B76F88992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937949" y="4833463"/>
                <a:ext cx="1139400" cy="258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7281" y="407343"/>
            <a:ext cx="4700439" cy="1278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Требования: функциональные и нефункциональные</a:t>
            </a:r>
            <a:endParaRPr lang="en-US" sz="2650" dirty="0"/>
          </a:p>
        </p:txBody>
      </p:sp>
      <p:sp>
        <p:nvSpPr>
          <p:cNvPr id="4" name="Shape 1"/>
          <p:cNvSpPr/>
          <p:nvPr/>
        </p:nvSpPr>
        <p:spPr>
          <a:xfrm>
            <a:off x="488231" y="1896666"/>
            <a:ext cx="4738539" cy="38100"/>
          </a:xfrm>
          <a:prstGeom prst="rect">
            <a:avLst/>
          </a:prstGeom>
          <a:solidFill>
            <a:srgbClr val="3371A5"/>
          </a:solidFill>
          <a:ln/>
        </p:spPr>
      </p:sp>
      <p:sp>
        <p:nvSpPr>
          <p:cNvPr id="5" name="Text 2"/>
          <p:cNvSpPr/>
          <p:nvPr/>
        </p:nvSpPr>
        <p:spPr>
          <a:xfrm>
            <a:off x="507281" y="2079650"/>
            <a:ext cx="2460203" cy="213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Функциональные (ключевые)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07281" y="2376934"/>
            <a:ext cx="4700439" cy="913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1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Регистрация/авторизация (JWT), личный кабинет, создание расчёта ОСАГО, получение данных из info_api, расчёт цены, имитация оплаты, начисление комиссии, история расчётов и выплат.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88231" y="3570908"/>
            <a:ext cx="4738539" cy="38100"/>
          </a:xfrm>
          <a:prstGeom prst="rect">
            <a:avLst/>
          </a:prstGeom>
          <a:solidFill>
            <a:srgbClr val="3371A5"/>
          </a:solidFill>
          <a:ln/>
        </p:spPr>
      </p:sp>
      <p:sp>
        <p:nvSpPr>
          <p:cNvPr id="8" name="Text 5"/>
          <p:cNvSpPr/>
          <p:nvPr/>
        </p:nvSpPr>
        <p:spPr>
          <a:xfrm>
            <a:off x="507281" y="3753892"/>
            <a:ext cx="1705124" cy="213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Нефункциональные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7281" y="4051176"/>
            <a:ext cx="4700439" cy="6849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1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Производительность, стабильность, модульность, расширяемость, логирование, тестирование, контейнеризация (docker-compose), защита API.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050" y="378172"/>
            <a:ext cx="3670920" cy="371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Технологический стек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73050" y="962471"/>
            <a:ext cx="8197900" cy="3722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Выбор: Python + FastAPI (backend), PostgreSQL (БД), SQLAlchemy + Alembic (ORM/миграции), React + Vite + Tailwind (frontend), Docker Compose (развёртывание), Faker (тестовые данные), Pytest (тесты), axios (клиент).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73050" y="1454497"/>
            <a:ext cx="8197900" cy="4094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3000"/>
              </a:lnSpc>
              <a:buSzPct val="100000"/>
              <a:buChar char="•"/>
            </a:pPr>
            <a:r>
              <a:rPr lang="en-US" sz="9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Причины: скорость разработки, асинхронность, документация, контейнеризация.</a:t>
            </a:r>
            <a:endParaRPr lang="en-US" sz="950" dirty="0"/>
          </a:p>
          <a:p>
            <a:pPr marL="342900" indent="-342900" algn="l">
              <a:lnSpc>
                <a:spcPct val="123000"/>
              </a:lnSpc>
              <a:buSzPct val="100000"/>
              <a:buChar char="•"/>
            </a:pPr>
            <a:r>
              <a:rPr lang="en-US" sz="9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Архитектура: info_api (справочные данные) + main_api (бизнес‑логика) + frontend.</a:t>
            </a:r>
            <a:endParaRPr lang="en-US" sz="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813" y="1982912"/>
            <a:ext cx="2662089" cy="2662089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0881" y="1982912"/>
            <a:ext cx="2662163" cy="2662163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4024" y="1982912"/>
            <a:ext cx="2662163" cy="266216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8" name="Рукописный ввод 7">
                <a:extLst>
                  <a:ext uri="{FF2B5EF4-FFF2-40B4-BE49-F238E27FC236}">
                    <a16:creationId xmlns:a16="http://schemas.microsoft.com/office/drawing/2014/main" id="{43BE4FAC-B39C-3AD2-63BD-76DAD1926903}"/>
                  </a:ext>
                </a:extLst>
              </p14:cNvPr>
              <p14:cNvContentPartPr/>
              <p14:nvPr/>
            </p14:nvContentPartPr>
            <p14:xfrm>
              <a:off x="8000949" y="4863703"/>
              <a:ext cx="1004400" cy="153000"/>
            </p14:xfrm>
          </p:contentPart>
        </mc:Choice>
        <mc:Fallback>
          <p:pic>
            <p:nvPicPr>
              <p:cNvPr id="8" name="Рукописный ввод 7">
                <a:extLst>
                  <a:ext uri="{FF2B5EF4-FFF2-40B4-BE49-F238E27FC236}">
                    <a16:creationId xmlns:a16="http://schemas.microsoft.com/office/drawing/2014/main" id="{43BE4FAC-B39C-3AD2-63BD-76DAD192690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937949" y="4801063"/>
                <a:ext cx="1130040" cy="278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87562" y="322734"/>
            <a:ext cx="4052143" cy="261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Архитектура и ключевые процессы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687562" y="689446"/>
            <a:ext cx="5768876" cy="2103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6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Система построена как трёхкомпонентная архитектура: </a:t>
            </a:r>
            <a:r>
              <a:rPr lang="en-US" sz="65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info_api</a:t>
            </a:r>
            <a:r>
              <a:rPr lang="en-US" sz="6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, </a:t>
            </a:r>
            <a:r>
              <a:rPr lang="en-US" sz="65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main_api</a:t>
            </a:r>
            <a:r>
              <a:rPr lang="en-US" sz="6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и </a:t>
            </a:r>
            <a:r>
              <a:rPr lang="en-US" sz="65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frontend</a:t>
            </a:r>
            <a:r>
              <a:rPr lang="en-US" sz="6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. </a:t>
            </a:r>
            <a:r>
              <a:rPr lang="en-US" sz="65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frontend</a:t>
            </a:r>
            <a:r>
              <a:rPr lang="en-US" sz="6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отвечает за интерфейс пользователя и сбор входных данных, </a:t>
            </a:r>
            <a:r>
              <a:rPr lang="en-US" sz="65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main_api</a:t>
            </a:r>
            <a:r>
              <a:rPr lang="en-US" sz="6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реализует основную бизнес-логику и управляет пользовательским сценарием, а </a:t>
            </a:r>
            <a:r>
              <a:rPr lang="en-US" sz="65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info_api</a:t>
            </a:r>
            <a:r>
              <a:rPr lang="en-US" sz="6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хранит и отдаёт справочные данные, необходимые для расчётов и формирования предложений. Такое разделение позволяет развивать каждый компонент независимо и уменьшает связанность между пользовательским интерфейсом, логикой и источником данных.</a:t>
            </a:r>
            <a:endParaRPr lang="en-US" sz="6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6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Поток данных начинается с того, что пользователь вводит параметры через </a:t>
            </a:r>
            <a:r>
              <a:rPr lang="en-US" sz="65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frontend</a:t>
            </a:r>
            <a:r>
              <a:rPr lang="en-US" sz="6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. После отправки формы запрос поступает в </a:t>
            </a:r>
            <a:r>
              <a:rPr lang="en-US" sz="65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main_api</a:t>
            </a:r>
            <a:r>
              <a:rPr lang="en-US" sz="6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, где выполняется первичная проверка данных и запуск расчётного сценария. Затем </a:t>
            </a:r>
            <a:r>
              <a:rPr lang="en-US" sz="65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main_api</a:t>
            </a:r>
            <a:r>
              <a:rPr lang="en-US" sz="6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обращается к </a:t>
            </a:r>
            <a:r>
              <a:rPr lang="en-US" sz="65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info_api</a:t>
            </a:r>
            <a:r>
              <a:rPr lang="en-US" sz="6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за актуальными справочными значениями, тарифами, правилами или другими параметрами, которые нужны для расчёта. На основе полученных данных формируется набор оферт, которые возвращаются в интерфейс для отображения и выбора пользователем.</a:t>
            </a:r>
            <a:endParaRPr lang="en-US" sz="650" dirty="0"/>
          </a:p>
          <a:p>
            <a:pPr marL="0" indent="0" algn="l">
              <a:lnSpc>
                <a:spcPct val="106000"/>
              </a:lnSpc>
              <a:spcAft>
                <a:spcPts val="450"/>
              </a:spcAft>
              <a:buNone/>
            </a:pPr>
            <a:r>
              <a:rPr lang="en-US" sz="6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Ключевой процесс включает несколько последовательных шагов: сначала выполняется расчёт, затем генерируются доступные предложения, после чего пользователь выбирает подходящую компанию и инициирует оплату. Оплата в системе может быть имитирована, чтобы проверить сценарий без подключения к реальным платёжным провайдерам. После успешной имитации платежа система создаёт комиссию и рассчитывает выплаты, фиксируя результаты в основной бизнес-логике. Это позволяет проверить полный цикл от заявки до финансового результата.</a:t>
            </a:r>
            <a:endParaRPr lang="en-US" sz="6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6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Интеграция между компонентами строится через API-вызовы: </a:t>
            </a:r>
            <a:r>
              <a:rPr lang="en-US" sz="65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frontend</a:t>
            </a:r>
            <a:r>
              <a:rPr lang="en-US" sz="6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общается с </a:t>
            </a:r>
            <a:r>
              <a:rPr lang="en-US" sz="65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main_api</a:t>
            </a:r>
            <a:r>
              <a:rPr lang="en-US" sz="6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, а </a:t>
            </a:r>
            <a:r>
              <a:rPr lang="en-US" sz="65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main_api</a:t>
            </a:r>
            <a:r>
              <a:rPr lang="en-US" sz="6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при необходимости синхронно запрашивает данные у </a:t>
            </a:r>
            <a:r>
              <a:rPr lang="en-US" sz="65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info_api</a:t>
            </a:r>
            <a:r>
              <a:rPr lang="en-US" sz="6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. Такой подход упрощает сопровождение и масштабирование, поскольку справочный контур и основной контур разделены по ответственности. Если нагрузка возрастает, каждый сервис можно разворачивать и масштабировать отдельно, не затрагивая остальные части системы.</a:t>
            </a:r>
            <a:endParaRPr lang="en-US" sz="6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7562" y="2911376"/>
            <a:ext cx="2776091" cy="1850008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5109" y="2911376"/>
            <a:ext cx="2776091" cy="154900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Рукописный ввод 5">
                <a:extLst>
                  <a:ext uri="{FF2B5EF4-FFF2-40B4-BE49-F238E27FC236}">
                    <a16:creationId xmlns:a16="http://schemas.microsoft.com/office/drawing/2014/main" id="{04F1105C-A629-FF0E-B213-9FDAC6816DC1}"/>
                  </a:ext>
                </a:extLst>
              </p14:cNvPr>
              <p14:cNvContentPartPr/>
              <p14:nvPr/>
            </p14:nvContentPartPr>
            <p14:xfrm>
              <a:off x="7967829" y="4876663"/>
              <a:ext cx="1058400" cy="146160"/>
            </p14:xfrm>
          </p:contentPart>
        </mc:Choice>
        <mc:Fallback>
          <p:pic>
            <p:nvPicPr>
              <p:cNvPr id="6" name="Рукописный ввод 5">
                <a:extLst>
                  <a:ext uri="{FF2B5EF4-FFF2-40B4-BE49-F238E27FC236}">
                    <a16:creationId xmlns:a16="http://schemas.microsoft.com/office/drawing/2014/main" id="{04F1105C-A629-FF0E-B213-9FDAC6816DC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904829" y="4814023"/>
                <a:ext cx="1184040" cy="271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9982" y="369689"/>
            <a:ext cx="5627787" cy="378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Разработка, тестирование и запуск</a:t>
            </a:r>
            <a:endParaRPr lang="en-US" sz="2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982" y="1652364"/>
            <a:ext cx="5248870" cy="238244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017196" y="1037779"/>
            <a:ext cx="128513" cy="939031"/>
          </a:xfrm>
          <a:prstGeom prst="roundRect">
            <a:avLst>
              <a:gd name="adj" fmla="val 42020"/>
            </a:avLst>
          </a:prstGeom>
          <a:solidFill>
            <a:srgbClr val="FAF5EB"/>
          </a:solidFill>
          <a:ln w="4763">
            <a:solidFill>
              <a:srgbClr val="D5CDB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256139" y="1166292"/>
            <a:ext cx="1512615" cy="18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Разработка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256139" y="1465808"/>
            <a:ext cx="2442642" cy="382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ORM‑модели, сервисы, Pydantic‑схемы, frontend‑компоненты.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210002" y="2087240"/>
            <a:ext cx="128513" cy="939031"/>
          </a:xfrm>
          <a:prstGeom prst="roundRect">
            <a:avLst>
              <a:gd name="adj" fmla="val 42020"/>
            </a:avLst>
          </a:prstGeom>
          <a:solidFill>
            <a:srgbClr val="FAF5EB"/>
          </a:solidFill>
          <a:ln w="4763">
            <a:solidFill>
              <a:srgbClr val="D5CDB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48946" y="2215753"/>
            <a:ext cx="1512615" cy="18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Тестирование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448946" y="2515270"/>
            <a:ext cx="2249835" cy="382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Pytest для backend, сборка и lint для frontend, тестовая БД.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2884" y="3136702"/>
            <a:ext cx="128513" cy="1512763"/>
          </a:xfrm>
          <a:prstGeom prst="roundRect">
            <a:avLst>
              <a:gd name="adj" fmla="val 42020"/>
            </a:avLst>
          </a:prstGeom>
          <a:solidFill>
            <a:srgbClr val="FAF5EB"/>
          </a:solidFill>
          <a:ln w="4763">
            <a:solidFill>
              <a:srgbClr val="D5CDB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41827" y="3265215"/>
            <a:ext cx="1560463" cy="18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Ввод в эксплуатацию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641827" y="3564731"/>
            <a:ext cx="2056954" cy="95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Docker Compose, миграции, генерация тестовых данных, проверочный сценарий (регистрация → расчёт → оплата → выплата).</a:t>
            </a:r>
            <a:endParaRPr lang="en-US" sz="10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3" name="Рукописный ввод 12">
                <a:extLst>
                  <a:ext uri="{FF2B5EF4-FFF2-40B4-BE49-F238E27FC236}">
                    <a16:creationId xmlns:a16="http://schemas.microsoft.com/office/drawing/2014/main" id="{D8BB5F0B-BD0C-D7B0-4240-E5114EEFE330}"/>
                  </a:ext>
                </a:extLst>
              </p14:cNvPr>
              <p14:cNvContentPartPr/>
              <p14:nvPr/>
            </p14:nvContentPartPr>
            <p14:xfrm>
              <a:off x="8092389" y="4902943"/>
              <a:ext cx="948960" cy="141480"/>
            </p14:xfrm>
          </p:contentPart>
        </mc:Choice>
        <mc:Fallback>
          <p:pic>
            <p:nvPicPr>
              <p:cNvPr id="13" name="Рукописный ввод 12">
                <a:extLst>
                  <a:ext uri="{FF2B5EF4-FFF2-40B4-BE49-F238E27FC236}">
                    <a16:creationId xmlns:a16="http://schemas.microsoft.com/office/drawing/2014/main" id="{D8BB5F0B-BD0C-D7B0-4240-E5114EEFE33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029389" y="4839943"/>
                <a:ext cx="1074600" cy="267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0757" y="369317"/>
            <a:ext cx="4937001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Выводы и дальнейшее развитие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757" y="969318"/>
            <a:ext cx="4930750" cy="36980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27080" y="1414686"/>
            <a:ext cx="2520776" cy="10278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Создано прототипное решение, воспроизводящее реальные бизнес‑процессы оформления ОСАГО: разделение на info_api/main_api/frontend, расчёт предложений, имитация оплаты и управление комиссиями.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927080" y="2527995"/>
            <a:ext cx="2520776" cy="174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Дальнейшие шаги: подключение реальных внешних API страховщиков, полноценный платёжный модуль, клиентский кабинет, улучшенная аналитика и усиление защиты персональных данных.</a:t>
            </a:r>
            <a:endParaRPr lang="en-US" sz="90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Технический потенциал: масштабирование, расширение сервисов, интеграция с реальными справочниками.</a:t>
            </a:r>
            <a:endParaRPr lang="en-US" sz="9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Рукописный ввод 5">
                <a:extLst>
                  <a:ext uri="{FF2B5EF4-FFF2-40B4-BE49-F238E27FC236}">
                    <a16:creationId xmlns:a16="http://schemas.microsoft.com/office/drawing/2014/main" id="{A70CC312-02E7-F2C0-0E88-B8958976B7CA}"/>
                  </a:ext>
                </a:extLst>
              </p14:cNvPr>
              <p14:cNvContentPartPr/>
              <p14:nvPr/>
            </p14:nvContentPartPr>
            <p14:xfrm>
              <a:off x="7974669" y="4858663"/>
              <a:ext cx="1084320" cy="157680"/>
            </p14:xfrm>
          </p:contentPart>
        </mc:Choice>
        <mc:Fallback>
          <p:pic>
            <p:nvPicPr>
              <p:cNvPr id="6" name="Рукописный ввод 5">
                <a:extLst>
                  <a:ext uri="{FF2B5EF4-FFF2-40B4-BE49-F238E27FC236}">
                    <a16:creationId xmlns:a16="http://schemas.microsoft.com/office/drawing/2014/main" id="{A70CC312-02E7-F2C0-0E88-B8958976B7C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911669" y="4796023"/>
                <a:ext cx="1209960" cy="283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852</Words>
  <Application>Microsoft Office PowerPoint</Application>
  <PresentationFormat>Экран (16:9)</PresentationFormat>
  <Paragraphs>57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Funnel Sans</vt:lpstr>
      <vt:lpstr>Arial</vt:lpstr>
      <vt:lpstr>Funnel Display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Иван</dc:creator>
  <cp:lastModifiedBy>Ivan Isakov</cp:lastModifiedBy>
  <cp:revision>2</cp:revision>
  <dcterms:created xsi:type="dcterms:W3CDTF">2026-06-10T15:39:10Z</dcterms:created>
  <dcterms:modified xsi:type="dcterms:W3CDTF">2026-06-10T15:41:59Z</dcterms:modified>
</cp:coreProperties>
</file>