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D00CD5-EECE-6DEC-DB18-61B7348B07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D0B4C75-5CAE-DFA7-ED5B-00F00BF6E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463D18-BF00-E6A5-11D3-BB37F8553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BFA644-105E-2A4B-2DDE-D32E417E4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BC0EFD-F358-6D3F-767B-6992C5AF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717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522189-C11D-7B23-637E-169D9368F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C1E200-81C9-AFCC-F1B0-1D5EC3A73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DAB637E-6773-53F6-93E7-C476FE3C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913740-7BDC-C751-D241-1665AD90F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3DFFD9-8E61-C555-B770-F73657822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363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65CA7-C3D1-EA85-C38A-783BD4D6E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7524777-33A4-D19C-EC65-E9060054F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8B25F3-9BD2-8DB7-7E8B-92B5883AB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510A42-6708-85E3-8B09-46EB86A5C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C06DEA-757B-BBB7-4E00-057C8D557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0732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070437-3312-9026-9C5E-AC5349274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86DE69-C09D-2513-313D-6A4EC32376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0DA03A1-69C3-0FF9-B15B-85E40B64D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002DFE-ED60-6D1C-14F1-78311F1EF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3C8421F-4056-4043-98D3-D25AF05F2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B2C6C7-CD31-563B-5E0B-8C1C173A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8530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B3C0C7-D4D2-E0DF-D8A7-DFF380374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A92EA7B-DD67-5F6E-F1BF-67C0E0E307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0C9E891-F6B2-E006-E4D5-30D6C8597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5EFBB89-1919-AC2A-2E13-4C89E6656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886C57C-5DEF-BD0F-37AF-AEEED7E195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DDE93D1-6B36-9BB7-AC34-ED05717DA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917453C-A5BF-D315-08C7-F4F95BB0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8B895F-96C9-7A30-3E4D-43828635F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651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4E0C34-779F-3C94-E83D-FF4819C9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B882780-3BDD-4170-862D-EBE68D908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71E3395-AF33-4667-3E0F-7EC7D3AB9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BA86A6-3710-3BEA-1E54-BD5D11CDC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06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5C1DA47-E759-BFAE-6051-51CFEE999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7D45B34-38EC-0990-C941-2D5B7691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C46DD2-2292-CFEB-6BF4-6D5B106D5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001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E37205-2F40-14D1-C585-0CA4D490D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9E6FD7-A724-6ACA-1602-D7B267DB9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7A8A32-C338-9EB2-7E0B-FA317B56A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3CECA88-9EF4-B2AE-9E46-A5893C35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A4BAFD7-B704-0F2B-33A6-9F605E6B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AB8559-AEB5-C8C6-B09B-B121FB0BE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9019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4438C9-2F38-5578-8FB4-C6D825F77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DCA928C-4633-B0CC-8DBD-E3EF0857B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A421C9-DE49-692F-A6DE-3F510B93D4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6FFF423-0F8A-A4B2-7FB6-6BC3DE407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4CEA0D-0010-5BF5-FB23-0D740255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4E4624-F777-9976-FB1C-B37051351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234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078F14-CC54-85BE-836F-883E681D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D048B9B-6A6C-933F-7634-9C60865FE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7D05BB-29A8-7D50-9193-F87CC8803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C829CA-B8A7-AA4D-88C2-A162244AE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F87FD5-38F1-E582-5394-58C40230D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5677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B5767F5-0E8C-E5A3-B1E4-B75352B8B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3304C30-F6BC-1D9E-E57C-966F8E580E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FBCBE1-1773-921B-8762-5F7088B24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A351CF-4EBD-B70B-F433-6FAC9BBE2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A8C6FC-CC67-196C-3EAC-3F7450199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14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3DDD95-1B7A-A6B9-0229-1E520DC0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D1A58E2-9B68-5F98-E8D0-106FAC573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66D3F2-92DD-F258-88D6-F59E10BD34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AA631-DFA6-4714-A941-8486F4A38AB3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2106DD-C5FA-74BF-7231-9E2C53479B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39653-D56A-4335-DE4B-3AF8B35898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20165D-2CC0-4023-A631-2A5A901E8C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602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C8043-71F2-1714-DFAB-6EA37BDDD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BC5BF91-7660-84E2-8976-46F7E94FD9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28588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Isakov</dc:creator>
  <cp:lastModifiedBy>Ivan Isakov</cp:lastModifiedBy>
  <cp:revision>1</cp:revision>
  <dcterms:created xsi:type="dcterms:W3CDTF">2026-06-08T19:35:13Z</dcterms:created>
  <dcterms:modified xsi:type="dcterms:W3CDTF">2026-06-08T19:35:38Z</dcterms:modified>
</cp:coreProperties>
</file>